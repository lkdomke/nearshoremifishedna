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6A7A-4316-4C87-9E44-90D8E748B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A322D-809E-4C5E-AEA8-932110175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E1A0-4B12-40D0-904B-55FECFCC9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6014C-0462-4C32-98D1-8F41CBEA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D6115-E886-4D47-B947-1E275064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7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EB70-9F47-43A0-9F35-B59777E4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9973-2F8B-4147-84F5-990A576C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8C514-B2F9-4CF8-919F-1711F0BF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3CB05-4F23-47CA-9AD3-3DD0E26C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6B7CD-68E5-4664-8114-AEC961F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4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DB67-CE76-4541-AF5A-454D1C49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8DD3-A684-4F3B-8677-B9AAB75F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7261E-72AC-46AB-8A5C-E8582EB0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48D0B-EC5A-4375-9278-65FF00C1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15A2E-E984-43C3-98FD-ED0560C4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9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D299-5EE3-47F4-918A-ADF1372E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072B-7EFA-4DFF-937A-5FF1AB773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6A34F-6FC3-4665-9B9F-70DE7F2DF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DB818-9189-4E27-B981-92A57635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91158-5940-41D3-A922-11FA02B9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BE68F-6BC4-4DBF-A251-73A4754E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5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36E2-346C-4A32-BE91-348F96A0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DD5F9-19BF-40E4-BA4D-48BC873C3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A06E-C307-4F45-9168-061C8956E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78EAB-C7E8-4DE2-8313-F3F495229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4C34C-EF27-46B1-BB10-EB5969DC6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26D99-D62B-41C7-9330-C78BC9C5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DC4E5-EE12-489B-81CA-98868E87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EDE288-5577-4284-9F62-50044579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D660-6C54-4579-8164-1E2A5142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01F61-0B0E-4543-8D0D-FFF85A72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22DD3-53F8-4A03-B36F-0D16CE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847D9-A5A6-4554-B31C-43D51183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06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BE6A4-B952-4F45-806E-AE636C00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D8FAA-7176-4E7D-B436-6354FFBB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D3E24-7698-4FAF-BDF2-740FA673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59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F5BC-EC78-4A29-8CED-AFD84E1E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0A25-9F40-47CA-9842-76B28A14D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05724-A869-410A-88D9-5EF212DD1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206DC-B858-4FE3-A88F-6B1D7F39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13DAA-5032-4E3B-BBE6-85EC818A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7752E-433E-4050-B4DD-B8E0EA9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1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CE92-9E8B-4AAB-9912-2A127951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259BF-9193-42AF-AE05-217C8A8FA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23E47-C4E9-47E6-BACF-7FDB5B3A6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33C0B-E309-49C8-8D19-7A3CD4E7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CD7A2-6437-45EC-B50B-0B676766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FB3F3-16BF-433B-805A-95D709F0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9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D0E6-1258-4403-9D69-A2FFB890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C845A-2BFA-4EAF-AA2B-BB4CCCBDB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266D-3E5A-4614-B9C3-B5DC8B3D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1C800-BAE4-40AB-B455-D8CA04F4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5062-E0A4-4E88-B72F-DDAF6877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7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AF739-F7B4-4553-B624-74AF228BE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9527E-D311-489B-8C65-897B210CD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C7EF-206E-47FE-89AC-1A9CB65F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AA405-A408-461F-A9D8-2E8C2372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9A1E8-5A0E-41A1-B2AF-F2DD9535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0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6565F-2F14-4D3A-8E27-81285AEF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832A7-918D-47F0-BB8F-7EC9B5F2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B693-23FD-4A19-AA28-A00F8AC7D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92C0F-1AA2-4963-995E-C38D0639ED4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6E465-9324-4D36-8985-941DE72D5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2E6F7-66FB-4421-AE54-41811B25D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72479-950D-4C89-BDC8-D68CD2517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1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84B09D-03FF-458A-A3AE-44860E1A2FE1}"/>
              </a:ext>
            </a:extLst>
          </p:cNvPr>
          <p:cNvGrpSpPr/>
          <p:nvPr/>
        </p:nvGrpSpPr>
        <p:grpSpPr>
          <a:xfrm>
            <a:off x="3369733" y="0"/>
            <a:ext cx="8822267" cy="6858000"/>
            <a:chOff x="3369733" y="0"/>
            <a:chExt cx="8822267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D85C8F-0CBB-49C4-B21C-BEFC86EA6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9501" y="0"/>
              <a:ext cx="8572499" cy="6858000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058527-2145-43D2-AF30-ADFBC3FBD8AB}"/>
                </a:ext>
              </a:extLst>
            </p:cNvPr>
            <p:cNvGrpSpPr/>
            <p:nvPr/>
          </p:nvGrpSpPr>
          <p:grpSpPr>
            <a:xfrm>
              <a:off x="3369733" y="1718732"/>
              <a:ext cx="1769534" cy="3814001"/>
              <a:chOff x="3369733" y="1718732"/>
              <a:chExt cx="1769534" cy="3814001"/>
            </a:xfrm>
          </p:grpSpPr>
          <p:sp>
            <p:nvSpPr>
              <p:cNvPr id="6" name="Left Brace 5">
                <a:extLst>
                  <a:ext uri="{FF2B5EF4-FFF2-40B4-BE49-F238E27FC236}">
                    <a16:creationId xmlns:a16="http://schemas.microsoft.com/office/drawing/2014/main" id="{92EAF16C-8CF9-4120-93AF-C8341459107A}"/>
                  </a:ext>
                </a:extLst>
              </p:cNvPr>
              <p:cNvSpPr/>
              <p:nvPr/>
            </p:nvSpPr>
            <p:spPr>
              <a:xfrm>
                <a:off x="4885267" y="1718732"/>
                <a:ext cx="254000" cy="1710267"/>
              </a:xfrm>
              <a:prstGeom prst="leftBrace">
                <a:avLst>
                  <a:gd name="adj1" fmla="val 80341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E7B64A-987A-4049-83E8-2F78B99FDC60}"/>
                  </a:ext>
                </a:extLst>
              </p:cNvPr>
              <p:cNvSpPr txBox="1"/>
              <p:nvPr/>
            </p:nvSpPr>
            <p:spPr>
              <a:xfrm>
                <a:off x="3805775" y="2419976"/>
                <a:ext cx="1168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Scale type</a:t>
                </a:r>
              </a:p>
            </p:txBody>
          </p:sp>
          <p:sp>
            <p:nvSpPr>
              <p:cNvPr id="8" name="Left Brace 7">
                <a:extLst>
                  <a:ext uri="{FF2B5EF4-FFF2-40B4-BE49-F238E27FC236}">
                    <a16:creationId xmlns:a16="http://schemas.microsoft.com/office/drawing/2014/main" id="{0BD6AF95-EB95-4327-88FF-0F5B4606C30C}"/>
                  </a:ext>
                </a:extLst>
              </p:cNvPr>
              <p:cNvSpPr/>
              <p:nvPr/>
            </p:nvSpPr>
            <p:spPr>
              <a:xfrm>
                <a:off x="4766741" y="3818467"/>
                <a:ext cx="207434" cy="635000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446F12-EBE5-41AE-9308-A91DAB38BDF4}"/>
                  </a:ext>
                </a:extLst>
              </p:cNvPr>
              <p:cNvSpPr txBox="1"/>
              <p:nvPr/>
            </p:nvSpPr>
            <p:spPr>
              <a:xfrm>
                <a:off x="3716867" y="3868633"/>
                <a:ext cx="1168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Schooling behavior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D0BD4-9A07-4E33-A727-6BAA0198E988}"/>
                  </a:ext>
                </a:extLst>
              </p:cNvPr>
              <p:cNvSpPr txBox="1"/>
              <p:nvPr/>
            </p:nvSpPr>
            <p:spPr>
              <a:xfrm>
                <a:off x="3369733" y="4933202"/>
                <a:ext cx="15007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Position-in-water-column</a:t>
                </a:r>
              </a:p>
            </p:txBody>
          </p:sp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C547E4E0-FE65-488C-B551-885270EE7BF5}"/>
                  </a:ext>
                </a:extLst>
              </p:cNvPr>
              <p:cNvSpPr/>
              <p:nvPr/>
            </p:nvSpPr>
            <p:spPr>
              <a:xfrm>
                <a:off x="4646091" y="4856891"/>
                <a:ext cx="207434" cy="67584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390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Lia Domke</dc:creator>
  <cp:lastModifiedBy>Lia Domke</cp:lastModifiedBy>
  <cp:revision>2</cp:revision>
  <dcterms:created xsi:type="dcterms:W3CDTF">2025-07-11T21:52:49Z</dcterms:created>
  <dcterms:modified xsi:type="dcterms:W3CDTF">2025-07-11T21:54:21Z</dcterms:modified>
</cp:coreProperties>
</file>